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8" r:id="rId3"/>
    <p:sldId id="259" r:id="rId4"/>
    <p:sldId id="272" r:id="rId5"/>
    <p:sldId id="271" r:id="rId6"/>
    <p:sldId id="265" r:id="rId7"/>
    <p:sldId id="260" r:id="rId8"/>
    <p:sldId id="275" r:id="rId9"/>
    <p:sldId id="262" r:id="rId10"/>
    <p:sldId id="263" r:id="rId11"/>
    <p:sldId id="264" r:id="rId12"/>
    <p:sldId id="273" r:id="rId13"/>
    <p:sldId id="274" r:id="rId14"/>
    <p:sldId id="266" r:id="rId15"/>
    <p:sldId id="267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 showGuides="1">
      <p:cViewPr varScale="1">
        <p:scale>
          <a:sx n="73" d="100"/>
          <a:sy n="73" d="100"/>
        </p:scale>
        <p:origin x="618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6/4/2025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vi-VN" dirty="0" smtClean="0"/>
              <a:t>Hệ thống lọc không khí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vi-VN" dirty="0" smtClean="0"/>
              <a:t>Nhóm 3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28211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smtClean="0"/>
              <a:t>Table of contents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dirty="0" smtClean="0"/>
              <a:t>Giới thiệu về hệ thống.</a:t>
            </a:r>
          </a:p>
          <a:p>
            <a:r>
              <a:rPr lang="vi-VN" dirty="0" smtClean="0"/>
              <a:t>Các thành phần của hệ thống.</a:t>
            </a:r>
          </a:p>
          <a:p>
            <a:r>
              <a:rPr lang="vi-VN" dirty="0" smtClean="0"/>
              <a:t>Nguyên lý hoạt động.</a:t>
            </a:r>
          </a:p>
          <a:p>
            <a:r>
              <a:rPr lang="vi-VN" dirty="0" smtClean="0"/>
              <a:t>Thực hiện hệ thống.</a:t>
            </a:r>
          </a:p>
          <a:p>
            <a:r>
              <a:rPr lang="vi-VN" dirty="0" smtClean="0"/>
              <a:t>Kết quả thực nghiệm.</a:t>
            </a:r>
          </a:p>
          <a:p>
            <a:r>
              <a:rPr lang="vi-VN" smtClean="0"/>
              <a:t>Kết luận.</a:t>
            </a:r>
            <a:endParaRPr lang="vi-VN" dirty="0" smtClean="0"/>
          </a:p>
          <a:p>
            <a:endParaRPr lang="vi-VN" dirty="0" smtClean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29054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smtClean="0"/>
              <a:t>Giới thiệu hệ thống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dirty="0" smtClean="0"/>
              <a:t>Đối tượng đo: nồng độ khí VOC(khí hữu cơ có hại cho con người).</a:t>
            </a:r>
          </a:p>
          <a:p>
            <a:r>
              <a:rPr lang="vi-VN" dirty="0" smtClean="0"/>
              <a:t>Hệ </a:t>
            </a:r>
            <a:r>
              <a:rPr lang="vi-VN" dirty="0"/>
              <a:t>thống có chức năng giám sát chất lượng không khí, hiển thị chất lượng không khí hiện tại và kích hoạt hệ thống lọc không khí nếu cần thiết</a:t>
            </a:r>
            <a:r>
              <a:rPr lang="vi-VN" dirty="0" smtClean="0"/>
              <a:t>.</a:t>
            </a:r>
          </a:p>
          <a:p>
            <a:r>
              <a:rPr lang="vi-VN" dirty="0" smtClean="0"/>
              <a:t>Ngoài </a:t>
            </a:r>
            <a:r>
              <a:rPr lang="vi-VN" dirty="0"/>
              <a:t>ra hệ thống cho phép điều khiển thông minh: Điều chỉnh tốc độ quạt hay mức độ được coi là ô nhiễm không </a:t>
            </a:r>
            <a:r>
              <a:rPr lang="vi-VN" dirty="0" smtClean="0"/>
              <a:t>khí.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78276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smtClean="0"/>
              <a:t>Các thành phần của hệ thống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vi-VN" dirty="0"/>
              <a:t>Vi điều khiển </a:t>
            </a:r>
            <a:r>
              <a:rPr lang="vi-VN" dirty="0" smtClean="0"/>
              <a:t>ESP32S.</a:t>
            </a:r>
            <a:endParaRPr lang="vi-VN" dirty="0"/>
          </a:p>
          <a:p>
            <a:pPr fontAlgn="base"/>
            <a:r>
              <a:rPr lang="vi-VN" dirty="0" smtClean="0"/>
              <a:t>Sensor </a:t>
            </a:r>
            <a:r>
              <a:rPr lang="vi-VN" dirty="0"/>
              <a:t>MQ135 đo nồng độ </a:t>
            </a:r>
            <a:r>
              <a:rPr lang="vi-VN" dirty="0" smtClean="0"/>
              <a:t>khí VOC được nối với </a:t>
            </a:r>
            <a:r>
              <a:rPr lang="vi-VN" dirty="0"/>
              <a:t>chân </a:t>
            </a:r>
            <a:r>
              <a:rPr lang="vi-VN" dirty="0" smtClean="0"/>
              <a:t>analog. </a:t>
            </a:r>
          </a:p>
          <a:p>
            <a:pPr fontAlgn="base"/>
            <a:r>
              <a:rPr lang="vi-VN" dirty="0" smtClean="0"/>
              <a:t>Các chỉ số được ghi lại và lưu trên Firebase. </a:t>
            </a:r>
          </a:p>
          <a:p>
            <a:pPr fontAlgn="base"/>
            <a:r>
              <a:rPr lang="vi-VN" dirty="0" smtClean="0"/>
              <a:t>Led </a:t>
            </a:r>
            <a:r>
              <a:rPr lang="vi-VN" dirty="0"/>
              <a:t>xanh, vàng, đỏ lần lượt biểu thị mức độ không khí tốt, trung bình, kém.</a:t>
            </a:r>
          </a:p>
          <a:p>
            <a:pPr fontAlgn="base"/>
            <a:r>
              <a:rPr lang="vi-VN" dirty="0"/>
              <a:t>IC mạch cầu H L298N.</a:t>
            </a:r>
          </a:p>
          <a:p>
            <a:pPr fontAlgn="base"/>
            <a:r>
              <a:rPr lang="vi-VN" dirty="0" smtClean="0"/>
              <a:t>Động cơ DC được </a:t>
            </a:r>
            <a:r>
              <a:rPr lang="vi-VN" dirty="0"/>
              <a:t>điều khiển </a:t>
            </a:r>
            <a:r>
              <a:rPr lang="vi-VN" dirty="0" smtClean="0"/>
              <a:t>bằng </a:t>
            </a:r>
            <a:r>
              <a:rPr lang="vi-VN" dirty="0"/>
              <a:t>chế độ PWM thông qua L298N.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668524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smtClean="0"/>
              <a:t>Tổng quan hệ </a:t>
            </a:r>
            <a:r>
              <a:rPr lang="vi-VN" dirty="0" smtClean="0"/>
              <a:t>thống – cần sửa</a:t>
            </a:r>
            <a:endParaRPr lang="en-GB" dirty="0"/>
          </a:p>
        </p:txBody>
      </p:sp>
      <p:pic>
        <p:nvPicPr>
          <p:cNvPr id="1026" name="Picture 2" descr="https://lh7-rt.googleusercontent.com/docsz/AD_4nXcy3iuRq9ITpKizwZG25_i_uD-1FEjOCG5UpuLrSGMg8YWmXs9Ax-4k43_nMVcolU6zcyh2O99nIWG8LEAdpdIrdup1KiQW7AD0wT9zC6ZKa1NbKPobYtqPO1AOoh8bmDL3dLVb3mFoSSzObrLHZg?key=J4HBXgWbOJMRvKfJSbn-aMaj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6693" y="2133600"/>
            <a:ext cx="7820439" cy="3778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85874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smtClean="0"/>
              <a:t>Nguyên lý hoạt </a:t>
            </a:r>
            <a:r>
              <a:rPr lang="vi-VN" dirty="0" smtClean="0"/>
              <a:t>động – cần sửa</a:t>
            </a:r>
            <a:endParaRPr lang="en-GB" dirty="0"/>
          </a:p>
        </p:txBody>
      </p:sp>
      <p:pic>
        <p:nvPicPr>
          <p:cNvPr id="1026" name="Picture 2" descr="https://lh7-rt.googleusercontent.com/docsz/AD_4nXe4Co30iQdMLKIgeeFov1TAMyeK6NPFdTo2jFe1qSHcbAEIm1sewxhLWI0_CBu361U5U4ITtJAcZX9kwE2YPow1OIUvGw9GJVk3UuMyUycnjshvkE-_BVFjxas2pf5TlxXdDpWexOVELDPAp6RtQw?key=J4HBXgWbOJMRvKfJSbn-aMaj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9885" y="1249315"/>
            <a:ext cx="3363211" cy="4863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4900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smtClean="0"/>
              <a:t>Cảm biến MQ 135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dirty="0" smtClean="0"/>
              <a:t>Gas sensor phát hiện khí VOC trong không khí.</a:t>
            </a:r>
          </a:p>
          <a:p>
            <a:r>
              <a:rPr lang="vi-VN" dirty="0" smtClean="0"/>
              <a:t>Điện áp hoạt động: 5V</a:t>
            </a:r>
            <a:endParaRPr lang="vi-VN" dirty="0" smtClean="0"/>
          </a:p>
          <a:p>
            <a:r>
              <a:rPr lang="vi-VN" dirty="0" smtClean="0"/>
              <a:t>Đầu ra số và analog.</a:t>
            </a:r>
          </a:p>
          <a:p>
            <a:r>
              <a:rPr lang="vi-VN" dirty="0" smtClean="0"/>
              <a:t>Hoạt động dựa trên sự thay đổi</a:t>
            </a:r>
          </a:p>
          <a:p>
            <a:pPr marL="0" indent="0">
              <a:buNone/>
            </a:pPr>
            <a:r>
              <a:rPr lang="vi-VN" dirty="0"/>
              <a:t>đ</a:t>
            </a:r>
            <a:r>
              <a:rPr lang="vi-VN" dirty="0" smtClean="0"/>
              <a:t>iện trở khi hấp thụ khí độc. </a:t>
            </a:r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7074" y="2815045"/>
            <a:ext cx="3843874" cy="1800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5126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smtClean="0"/>
              <a:t>Động cơ DC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dirty="0"/>
              <a:t>Động cơ DC 5V chạy bằng điện áp </a:t>
            </a:r>
            <a:r>
              <a:rPr lang="vi-VN" dirty="0" smtClean="0"/>
              <a:t>5V</a:t>
            </a:r>
          </a:p>
          <a:p>
            <a:r>
              <a:rPr lang="vi-VN" dirty="0" smtClean="0"/>
              <a:t>Hoạt </a:t>
            </a:r>
            <a:r>
              <a:rPr lang="vi-VN" dirty="0"/>
              <a:t>động dựa trên từ trường tạo ra từ dòng điện trong cuộn dây để quay trục</a:t>
            </a:r>
            <a:r>
              <a:rPr lang="vi-VN" dirty="0" smtClean="0"/>
              <a:t>.</a:t>
            </a:r>
            <a:endParaRPr lang="vi-VN" dirty="0"/>
          </a:p>
          <a:p>
            <a:r>
              <a:rPr lang="vi-VN" dirty="0" smtClean="0"/>
              <a:t>Được điều </a:t>
            </a:r>
            <a:r>
              <a:rPr lang="vi-VN" dirty="0"/>
              <a:t>khiển tốc độ và chiều quay bằng điều chỉnh điện áp hoặc dùng PWM.</a:t>
            </a:r>
            <a:br>
              <a:rPr lang="vi-VN" dirty="0"/>
            </a:b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917055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smtClean="0"/>
              <a:t>Timer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dirty="0" smtClean="0"/>
              <a:t>Gồm 2 group timer, mỗi group gồm 2 bộ đếm thời gian độc lập.</a:t>
            </a:r>
          </a:p>
          <a:p>
            <a:r>
              <a:rPr lang="vi-VN" dirty="0" smtClean="0"/>
              <a:t>Được dùng để tạo delay trong hệ thống.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54559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smtClean="0"/>
              <a:t>PWM 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dirty="0" smtClean="0"/>
              <a:t>Hỗ trợ PWM với 16 kênh độc lập.</a:t>
            </a:r>
          </a:p>
          <a:p>
            <a:r>
              <a:rPr lang="vi-VN" dirty="0" smtClean="0"/>
              <a:t>Được dùng để điều khiển tốc độ động cơ.</a:t>
            </a:r>
            <a:r>
              <a:rPr lang="vi-VN" dirty="0" smtClean="0"/>
              <a:t>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92492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smtClean="0"/>
              <a:t>ADC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dirty="0" smtClean="0"/>
              <a:t>Có hai bộ ADC: ADC1(8 kênh) và ADC2(10 kênh).</a:t>
            </a:r>
          </a:p>
          <a:p>
            <a:r>
              <a:rPr lang="vi-VN" dirty="0" smtClean="0">
                <a:latin typeface="Tahoma (Body)"/>
              </a:rPr>
              <a:t>Thuộc loại </a:t>
            </a:r>
            <a:r>
              <a:rPr lang="en-GB" dirty="0">
                <a:latin typeface="Tahoma (Body)"/>
              </a:rPr>
              <a:t>Successive Approximation </a:t>
            </a:r>
            <a:r>
              <a:rPr lang="vi-VN" dirty="0" smtClean="0">
                <a:latin typeface="Tahoma (Body)"/>
              </a:rPr>
              <a:t>ADC.</a:t>
            </a:r>
            <a:endParaRPr lang="vi-VN" dirty="0" smtClean="0">
              <a:latin typeface="Tahoma (Body)"/>
            </a:endParaRPr>
          </a:p>
          <a:p>
            <a:r>
              <a:rPr lang="vi-VN" dirty="0" smtClean="0"/>
              <a:t>Độ phân giải tối đa 12 bit.</a:t>
            </a:r>
          </a:p>
          <a:p>
            <a:r>
              <a:rPr lang="vi-VN" dirty="0" smtClean="0"/>
              <a:t>ADC1 được dùng (do ADC2 chia sẻ tài nguyên với Wifi và Wifi có độ ưu tiên cao hơn).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265284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smtClean="0"/>
              <a:t>Firebase 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21115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smtClean="0"/>
              <a:t>Ứng dụng(App)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42010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smtClean="0"/>
              <a:t>Kết quả thực nghiệm 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67207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smtClean="0"/>
              <a:t>Kết luận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4465013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86</TotalTime>
  <Words>402</Words>
  <Application>Microsoft Office PowerPoint</Application>
  <PresentationFormat>Widescreen</PresentationFormat>
  <Paragraphs>47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Tahoma (Body)</vt:lpstr>
      <vt:lpstr>Arial</vt:lpstr>
      <vt:lpstr>Century Gothic</vt:lpstr>
      <vt:lpstr>Tahoma</vt:lpstr>
      <vt:lpstr>Wingdings 3</vt:lpstr>
      <vt:lpstr>Wisp</vt:lpstr>
      <vt:lpstr>Hệ thống lọc không khí</vt:lpstr>
      <vt:lpstr>Table of contents</vt:lpstr>
      <vt:lpstr>Giới thiệu hệ thống</vt:lpstr>
      <vt:lpstr>Các thành phần của hệ thống</vt:lpstr>
      <vt:lpstr>Tổng quan hệ thống – cần sửa</vt:lpstr>
      <vt:lpstr>Nguyên lý hoạt động – cần sửa</vt:lpstr>
      <vt:lpstr>Cảm biến MQ 135</vt:lpstr>
      <vt:lpstr>Động cơ DC</vt:lpstr>
      <vt:lpstr>Timer</vt:lpstr>
      <vt:lpstr>PWM </vt:lpstr>
      <vt:lpstr>ADC</vt:lpstr>
      <vt:lpstr>Firebase </vt:lpstr>
      <vt:lpstr>Ứng dụng(App)</vt:lpstr>
      <vt:lpstr>Kết quả thực nghiệm </vt:lpstr>
      <vt:lpstr>Kết luận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Hệ thống lọc không khí</dc:title>
  <dc:creator>admin</dc:creator>
  <cp:lastModifiedBy>admin</cp:lastModifiedBy>
  <cp:revision>11</cp:revision>
  <dcterms:created xsi:type="dcterms:W3CDTF">2025-06-03T08:48:58Z</dcterms:created>
  <dcterms:modified xsi:type="dcterms:W3CDTF">2025-06-04T07:26:21Z</dcterms:modified>
</cp:coreProperties>
</file>